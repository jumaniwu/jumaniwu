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BRX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6DB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bubble3D val="0"/>
            <c:spPr>
              <a:solidFill>
                <a:srgbClr val="0EA5E9"/>
              </a:solidFill>
              <a:effectLst/>
            </c:spPr>
          </c:dPt>
          <c:dPt>
            <c:idx val="6"/>
            <c:bubble3D val="0"/>
            <c:spPr>
              <a:solidFill>
                <a:srgbClr val="10B981"/>
              </a:solidFill>
              <a:effectLst/>
            </c:spPr>
          </c:dPt>
          <c:dPt>
            <c:idx val="7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Ecosystem/Staking</c:v>
                </c:pt>
                <c:pt idx="1">
                  <c:v>ICO Public</c:v>
                </c:pt>
                <c:pt idx="2">
                  <c:v>Team (3yr)</c:v>
                </c:pt>
                <c:pt idx="3">
                  <c:v>Partners</c:v>
                </c:pt>
                <c:pt idx="4">
                  <c:v>Seed</c:v>
                </c:pt>
                <c:pt idx="5">
                  <c:v>Marketing</c:v>
                </c:pt>
                <c:pt idx="6">
                  <c:v>DEX Liq.</c:v>
                </c:pt>
                <c:pt idx="7">
                  <c:v>DAO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35</c:v>
                </c:pt>
                <c:pt idx="1">
                  <c:v>15</c:v>
                </c:pt>
                <c:pt idx="2">
                  <c:v>12</c:v>
                </c:pt>
                <c:pt idx="3">
                  <c:v>10</c:v>
                </c:pt>
                <c:pt idx="4">
                  <c:v>8</c:v>
                </c:pt>
                <c:pt idx="5">
                  <c:v>8</c:v>
                </c:pt>
                <c:pt idx="6">
                  <c:v>7</c:v>
                </c:pt>
                <c:pt idx="7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020509"/>
    </a:solidFill>
    <a:ln w="12700" cap="flat">
      <a:solidFill>
        <a:srgbClr val="020509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Revenue (USD)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5000</c:v>
                </c:pt>
                <c:pt idx="1">
                  <c:v>248000</c:v>
                </c:pt>
                <c:pt idx="2">
                  <c:v>948024</c:v>
                </c:pt>
                <c:pt idx="3">
                  <c:v>2150000</c:v>
                </c:pt>
                <c:pt idx="4">
                  <c:v>4800000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Dividend Pool (USD)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948024</c:v>
                </c:pt>
                <c:pt idx="3">
                  <c:v>948024</c:v>
                </c:pt>
                <c:pt idx="4">
                  <c:v>1896048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 w="6350" cap="flat">
      <a:solidFill>
        <a:srgbClr val="475569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A56DB">
              <a:alpha val="12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BRICK</a:t>
            </a:r>
            <a:pPr indent="0" marL="0">
              <a:buNone/>
            </a:pPr>
            <a:r>
              <a:rPr lang="en-US" sz="5200" b="1" spc="200" kern="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Tokenized On-Chain.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Everyone.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4930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Protocol  |  Annual Dividend Model  |  Fixed Token Price  |  Polygon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15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0.008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6817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BRX Seed Price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6040" y="4315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2M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46817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 Raise 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4315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18.5M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46817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Budget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03720" y="4315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46817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Dividend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Two-Phase Strategy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342900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40233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BRX ICO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Ecosystem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" y="248716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441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USD 2M via BRX token seed sale and ICO rounds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308152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0358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platform: marketplace, KYC, smart contracts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367588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630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USD 0.008/BRX — DEX target USD 0.030 (+275%)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" y="427024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2245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BRX holders: governance voting + staking rewards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508760"/>
            <a:ext cx="4023360" cy="342900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508760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600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6002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ICO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Token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 &amp; Tokenize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28032" y="248716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2441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existing operating hotel in Batam, Indonesia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28032" y="308152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30358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up to USD 18.5M (Polygon payment accepted)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28032" y="36758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3630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BRICK tokens at USD 10.00 fixed price per token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28032" y="427024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42245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dividend: 70% Net Operating Income, paid June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43984" y="3063240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BRX ICO closes  &gt;  Platform live  &gt;  Hotel acquisition  &gt;  BRICK token sale  &gt;  Annual dividend starts June each year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326 Trillion in Real Estate.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Than 1% Accessible.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to Change That.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447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326 TRILLION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29000" y="1499616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real estate value. Less than 1% accessible to retail investors worldwide.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4114800" cy="117043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87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500K+ Minimum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9806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at least USD 500,000 to buy a single investment property. 95% of people excluded immediately.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4114800" cy="117043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840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Restrictions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15137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Foreigners blocked from local property markets by law and regulation. A Singaporean cannot easily own Batam property.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395728"/>
            <a:ext cx="4114800" cy="117043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2487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Liquidity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79806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3-6 months to sell property. Your capital locked with no exit option until a buyer is found.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749040"/>
            <a:ext cx="4114800" cy="117043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3840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Costs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415137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lawyers, banks take 5-15% in fees and add months of delay to every transaction.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BRICKX: Fractional Real Estate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Blockchain. For Everyone.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property tokens. Earn annual dividend from real hotel revenue. Sell anytime at fixed price. No banks. No lawyers. No borders.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4114800" cy="126187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87168"/>
            <a:ext cx="41148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578608"/>
            <a:ext cx="502920" cy="502920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78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07008" y="25603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Token Price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2889504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 tokens priced at USD 10.00 permanently. Zero price speculation. Returns come entirely from real hotel rental income.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487168"/>
            <a:ext cx="4114800" cy="126187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487168"/>
            <a:ext cx="41148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2578608"/>
            <a:ext cx="502920" cy="50292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578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96128" y="25603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Dividend — June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96128" y="2889504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hotel Net Operating Income distributed in USDC each June. December fiscal close, March audit, April announcement, June payment.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4114800" cy="126187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13632"/>
            <a:ext cx="41148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005072"/>
            <a:ext cx="502920" cy="502920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07008" y="398678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Liquidity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07008" y="4315968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BRICK tokens on marketplace at same USD 10.00 price anytime. Buyer purchases instantly. Clean exit, no price risk.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913632"/>
            <a:ext cx="4114800" cy="126187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913632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4005072"/>
            <a:ext cx="502920" cy="50292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96128" y="398678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All Investors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96128" y="4315968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investor from 80+ countries. Polygon wallet + KYC. No local bank account or residency required. Minimum USD 100.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BRX TOKEN — PHASE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BRX Tokenomics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1,000,000,000 BRX fixed supply. 0% VC allocation. 76% to community. BRX = governance + staking + protocol access.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783080"/>
          <a:ext cx="38404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434840" y="1956816"/>
            <a:ext cx="146304" cy="14630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54296" y="1901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&amp; Staking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1901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2331720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54296" y="2276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 Public Sale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22768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2706624"/>
            <a:ext cx="146304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54296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(3-year vested)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2651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34840" y="3081528"/>
            <a:ext cx="146304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54296" y="3026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3026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434840" y="345643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54296" y="3401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Sale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0" y="34015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34840" y="3831336"/>
            <a:ext cx="146304" cy="1463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54296" y="3776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KOL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0" y="37764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34840" y="4206240"/>
            <a:ext cx="146304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54296" y="41513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Liquidity (Locked)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0" y="4151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434840" y="4581144"/>
            <a:ext cx="14630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54296" y="4526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Reserve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772400" y="4526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34840" y="4572000"/>
            <a:ext cx="1005840" cy="475488"/>
          </a:xfrm>
          <a:prstGeom prst="rect">
            <a:avLst/>
          </a:prstGeom>
          <a:solidFill>
            <a:srgbClr val="060D1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34840" y="45720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0.008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550408" y="4572000"/>
            <a:ext cx="1005840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50408" y="45720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0.015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+87.5%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665976" y="4572000"/>
            <a:ext cx="1005840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65976" y="45720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0.022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+175%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781544" y="4572000"/>
            <a:ext cx="1005840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81544" y="45720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0.030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+275%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PROJECT — PHASE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Hotel Batam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(Confidential — Under Acquisition)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acquiring an existing 3-4 star operating hotel in Batam, Indonesia. Budget up to USD 18.5M. Revenue from day one. Hotel name disclosed after Sale and Purchase Agreement is signed.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558138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1558138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56232"/>
            <a:ext cx="13752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18.5M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58568"/>
            <a:ext cx="137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Budget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25066" y="1783080"/>
            <a:ext cx="1558138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25066" y="1783080"/>
            <a:ext cx="1558138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6506" y="1856232"/>
            <a:ext cx="13752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10.00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16506" y="2258568"/>
            <a:ext cx="137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BRICK Price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92931" y="1783080"/>
            <a:ext cx="1558138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92931" y="1783080"/>
            <a:ext cx="155813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4371" y="1856232"/>
            <a:ext cx="13752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5 - 8%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4371" y="2258568"/>
            <a:ext cx="137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APY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60797" y="1783080"/>
            <a:ext cx="1558138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60797" y="1783080"/>
            <a:ext cx="155813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2237" y="1856232"/>
            <a:ext cx="13752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52237" y="2258568"/>
            <a:ext cx="137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Dividend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28662" y="1783080"/>
            <a:ext cx="1558138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28662" y="1783080"/>
            <a:ext cx="1558138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0102" y="1856232"/>
            <a:ext cx="13752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0102" y="2258568"/>
            <a:ext cx="137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to Holders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816352"/>
            <a:ext cx="3931920" cy="9601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2889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from Day One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2004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already generating revenue. No 2-3 year construction wait. Cash flow starts immediately after acquisition.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895344"/>
            <a:ext cx="3931920" cy="9601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" y="3968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Track Record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42793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occupancy rates and audited P&amp;L available for due diligence. Lower risk vs. new construction.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2816352"/>
            <a:ext cx="3931920" cy="9601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0" y="2889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2004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12.3-18.5M for existing hotel vs. USD 18.5-24.7M to build new. Smarter capital deployment.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95344"/>
            <a:ext cx="3931920" cy="9601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0" y="3968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Batam Is Strategic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42793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ferry from Singapore. Indonesia Free Trade Zone. Hotel demand growing 15% annually.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8828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name and exact location: CONFIDENTIAL until acquisition closes. Target identified — Letter of Intent in preparation Q2 2026.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DIVIDEND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 Earn: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Dividend from Hotel Revenue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0" cy="329184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4023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Calculation (Base Case)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933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Acquisition Budget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9933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18,500,000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BRICK Tokens Issued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3408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1,850,000 tokens at USD 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68833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/ ADR / Occupancy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68833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rooms | USD 95 | 72%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0358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Gross Revenue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30358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2,462,400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Operating Income (55%)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3832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1,354,320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7307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to Holders (Annual Pool)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37307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948,024 / year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07822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Dividend Per Token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407822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0.51 per BRICK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42569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97480" y="44256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~5.1%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7731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Paid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47731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June each year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572768"/>
            <a:ext cx="4023360" cy="329184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572768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Dividend Cycle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1993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- Dec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199339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operations — monthly revenue and expenses recorded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 31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24688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 close. Snapshot of all BRICK token holder wallets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9443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- Mar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294436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financial audit. Full P&amp;L verification by auditor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4198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April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60720" y="341985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per BRICK token announced to all holders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858768"/>
            <a:ext cx="4023360" cy="438912"/>
          </a:xfrm>
          <a:prstGeom prst="rect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8953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60720" y="389534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dividend auto-transferred to all holder wallets. No claim needed.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3708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0" y="437083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repeats every year for as long as the hotel operates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holding: 1 BRICK token. Snapshot: December 31. Payment: USDC on Polygon via smart contract. No manual claim.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Southeast Asia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Largest Untapped Market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4114800" cy="77724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91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150B+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8880" y="17190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tokenized market target by 2030 (BCG)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23744"/>
            <a:ext cx="4114800" cy="77724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5877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680 Million+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2615184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Underbanked adults in Southeast Asia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19856"/>
            <a:ext cx="4114800" cy="77724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4838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 CAGR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351129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real estate platforms 2023-2028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4114800" cy="77724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9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 VC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68880" y="440740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in BRICKX — 100% community owned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572768"/>
            <a:ext cx="4023360" cy="3310128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572768"/>
            <a:ext cx="40233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Batam?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206654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2029968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ferry from Singapore — gateway to Asia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25420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2505456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Free Trade Zone — simplified permits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30175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2980944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demand growing 15% annually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349300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3456432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4-star hotel supply = high occupancy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9684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3931920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40-60% cheaper than Jakarta or Bali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444398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4407408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has 10+ year local real estate network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ICO to Hotel Operations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48716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788920"/>
            <a:ext cx="1920240" cy="214884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78892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529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Q1-Q2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8529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BRX Seed Sale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" y="352958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49300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MVP live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" y="387705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8404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+ payment 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" y="4224528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418795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640K seed raise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" y="457200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535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whitelist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9272" y="2487168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42032" y="2788920"/>
            <a:ext cx="1920240" cy="214884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42032" y="2788920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28529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33472" y="28529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33472" y="30906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 + Ecosystem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51760" y="3529584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98064" y="349300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 Round 1 &amp; 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51760" y="3877056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98064" y="38404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listing BRX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51760" y="4224528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98064" y="418795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marketplace live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51760" y="457200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98064" y="4535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CertiK audit done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40680" y="248716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788920"/>
            <a:ext cx="1920240" cy="214884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27889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8529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8529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0906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Acquisition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73168" y="352958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349300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73168" y="387705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38404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signing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7316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418795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 to 4-star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73168" y="45720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4535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takeover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543800" y="2487168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0" y="2788920"/>
            <a:ext cx="1920240" cy="214884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766560" y="2788920"/>
            <a:ext cx="1920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28529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+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58000" y="28529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58000" y="30906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Dividend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876288" y="352958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22592" y="349300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full operations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76288" y="38770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22592" y="38404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 token sale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76288" y="422452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22592" y="418795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31 fiscal close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876288" y="457200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22592" y="45354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dividend June 2028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&amp; Dividend Forecast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2026 - 2030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72768"/>
          <a:ext cx="5303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6276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675120" y="16276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06640" y="16276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138160" y="16276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97880" y="1901952"/>
            <a:ext cx="29260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9659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75120" y="19659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19659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38160" y="19659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 Phase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943600" y="25877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75120" y="25877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248K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0" y="25877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38160" y="25877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943600" y="320954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320954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948K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06640" y="320954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948K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138160" y="320954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2028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943600" y="3831336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75120" y="3831336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2.15M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06640" y="3831336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948K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38160" y="3831336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2029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943600" y="445312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75120" y="445312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4.8M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406640" y="445312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1.9M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138160" y="445312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2030+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revenue = 30% hotel NOI + marketplace fees. Dividend = 70% NOI paid June year+1. Hotel acquisition Q4 2026, operations begin 2027.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BRX ICO Proceeds: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2,000,000 Target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 proceeds fund the ecosystem exclusively. Hotel acquisition is separately funded via the BRICK hotel token sale — NOT from ICO proceeds.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Development &amp; Engineering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1956816"/>
            <a:ext cx="4572000" cy="201168"/>
          </a:xfrm>
          <a:prstGeom prst="rect">
            <a:avLst/>
          </a:prstGeom>
          <a:solidFill>
            <a:srgbClr val="0A16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1956816"/>
            <a:ext cx="1737360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920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Community Growth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23360" y="2459736"/>
            <a:ext cx="4572000" cy="201168"/>
          </a:xfrm>
          <a:prstGeom prst="rect">
            <a:avLst/>
          </a:prstGeom>
          <a:solidFill>
            <a:srgbClr val="0A16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2459736"/>
            <a:ext cx="91440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423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Compliance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2962656"/>
            <a:ext cx="4572000" cy="201168"/>
          </a:xfrm>
          <a:prstGeom prst="rect">
            <a:avLst/>
          </a:prstGeom>
          <a:solidFill>
            <a:srgbClr val="0A16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962656"/>
            <a:ext cx="54864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926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Audit (CertiK)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23360" y="3465576"/>
            <a:ext cx="4572000" cy="201168"/>
          </a:xfrm>
          <a:prstGeom prst="rect">
            <a:avLst/>
          </a:prstGeom>
          <a:solidFill>
            <a:srgbClr val="0A16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3465576"/>
            <a:ext cx="4572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4290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Due Diligence &amp; Advisory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23360" y="3968496"/>
            <a:ext cx="4572000" cy="201168"/>
          </a:xfrm>
          <a:prstGeom prst="rect">
            <a:avLst/>
          </a:prstGeom>
          <a:solidFill>
            <a:srgbClr val="0A16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3968496"/>
            <a:ext cx="4572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3931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Reserve Fund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023360" y="4471416"/>
            <a:ext cx="4572000" cy="201168"/>
          </a:xfrm>
          <a:prstGeom prst="rect">
            <a:avLst/>
          </a:prstGeom>
          <a:solidFill>
            <a:srgbClr val="0A16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0" y="4471416"/>
            <a:ext cx="45720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44348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709160"/>
            <a:ext cx="8229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77316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Hotel Acquisition (USD 12.3M - USD 18.5M) is NOT funded from ICO — it is funded separately via BRICK hotel token sale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TEAM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Real Estate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Operators, Not Just Coders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0" cy="14173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011680"/>
            <a:ext cx="640080" cy="640080"/>
          </a:xfrm>
          <a:prstGeom prst="ellipse">
            <a:avLst/>
          </a:prstGeom>
          <a:solidFill>
            <a:srgbClr val="3B82F6">
              <a:alpha val="8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9385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Jumani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311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developer in Batam for 10+ years. Co-Founder PT Mettaland Batam Sukses. Active field PIC on hotel renovation project. LOCAL ADVANTAGE for hotel acquisition — network, market knowledge, and on-the-ground experience.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737360"/>
            <a:ext cx="4114800" cy="14173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10912" y="2011680"/>
            <a:ext cx="640080" cy="640080"/>
          </a:xfrm>
          <a:prstGeom prst="ellipse">
            <a:avLst/>
          </a:prstGeom>
          <a:solidFill>
            <a:srgbClr val="14B8A6">
              <a:alpha val="8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06440" y="19385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 (Open)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06440" y="22311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24688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developer. Polygon DeFi protocol experience. Smart contract security. Full-stack Web3 platform architecture. Responsible for all technical delivery.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4114800" cy="14173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3611880"/>
            <a:ext cx="640080" cy="640080"/>
          </a:xfrm>
          <a:prstGeom prst="ellipse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35387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 (Open)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8313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40690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fund management. Hotel SPV structuring in Indonesia. Yield fund operations. Due diligence on hotel acquisitions across Southeast Asia.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337560"/>
            <a:ext cx="4114800" cy="14173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10912" y="3611880"/>
            <a:ext cx="640080" cy="640080"/>
          </a:xfrm>
          <a:prstGeom prst="ellipse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06440" y="35387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 (Open)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06440" y="38313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Legal Officer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06440" y="40690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Indonesian property and hotel law. Crypto regulatory compliance. Cross-border investment structures. VASP licensing and KYC/AML frameworks.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Jumani is already active in Batam real estate with property development and hotel renovation experience — essential for the Phase 2 hotel acquisition.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BRICKX Wins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926080" cy="292608"/>
          </a:xfrm>
          <a:prstGeom prst="rect">
            <a:avLst/>
          </a:prstGeom>
          <a:solidFill>
            <a:srgbClr val="0A1628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99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1325880" cy="292608"/>
          </a:xfrm>
          <a:prstGeom prst="rect">
            <a:avLst/>
          </a:prstGeom>
          <a:solidFill>
            <a:srgbClr val="1A56D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70992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1325880" cy="292608"/>
          </a:xfrm>
          <a:prstGeom prst="rect">
            <a:avLst/>
          </a:prstGeom>
          <a:solidFill>
            <a:srgbClr val="0A1628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70992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1325880" cy="292608"/>
          </a:xfrm>
          <a:prstGeom prst="rect">
            <a:avLst/>
          </a:prstGeom>
          <a:solidFill>
            <a:srgbClr val="0A1628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70992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Lofty.ai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1691640"/>
            <a:ext cx="1325880" cy="292608"/>
          </a:xfrm>
          <a:prstGeom prst="rect">
            <a:avLst/>
          </a:prstGeom>
          <a:solidFill>
            <a:srgbClr val="0A1628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70992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93392"/>
            <a:ext cx="29260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9933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Token Price (no speculation)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1993392"/>
            <a:ext cx="1325880" cy="365760"/>
          </a:xfrm>
          <a:prstGeom prst="rect">
            <a:avLst/>
          </a:prstGeom>
          <a:solidFill>
            <a:srgbClr val="1A56DB">
              <a:alpha val="12000"/>
            </a:srgbClr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99339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993392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9339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0760" y="1993392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99339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0" y="1993392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99339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395728"/>
            <a:ext cx="29260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3957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Dividend (audited)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2395728"/>
            <a:ext cx="1325880" cy="365760"/>
          </a:xfrm>
          <a:prstGeom prst="rect">
            <a:avLst/>
          </a:prstGeom>
          <a:solidFill>
            <a:srgbClr val="1A56DB">
              <a:alpha val="12000"/>
            </a:srgbClr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395728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80760" y="2395728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06640" y="2395728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2798064"/>
            <a:ext cx="29260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7980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/ Hospitality Assets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29000" y="2798064"/>
            <a:ext cx="1325880" cy="365760"/>
          </a:xfrm>
          <a:prstGeom prst="rect">
            <a:avLst/>
          </a:prstGeom>
          <a:solidFill>
            <a:srgbClr val="1A56DB">
              <a:alpha val="12000"/>
            </a:srgbClr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279806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2798064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79806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80760" y="2798064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279806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406640" y="2798064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279806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3200400"/>
            <a:ext cx="29260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200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Asia Focus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29000" y="3200400"/>
            <a:ext cx="1325880" cy="365760"/>
          </a:xfrm>
          <a:prstGeom prst="rect">
            <a:avLst/>
          </a:prstGeom>
          <a:solidFill>
            <a:srgbClr val="1A56DB">
              <a:alpha val="12000"/>
            </a:srgbClr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0" y="3200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754880" y="3200400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200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080760" y="3200400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3200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406640" y="3200400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3200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57200" y="3602736"/>
            <a:ext cx="29260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360273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VC Allocation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429000" y="3602736"/>
            <a:ext cx="1325880" cy="365760"/>
          </a:xfrm>
          <a:prstGeom prst="rect">
            <a:avLst/>
          </a:prstGeom>
          <a:solidFill>
            <a:srgbClr val="1A56DB">
              <a:alpha val="12000"/>
            </a:srgbClr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0" y="36027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754880" y="3602736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36027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080760" y="3602736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0" y="36027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406640" y="3602736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52360" y="36027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N/A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457200" y="4005072"/>
            <a:ext cx="29260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" y="40050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Token (voting)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429000" y="4005072"/>
            <a:ext cx="1325880" cy="365760"/>
          </a:xfrm>
          <a:prstGeom prst="rect">
            <a:avLst/>
          </a:prstGeom>
          <a:solidFill>
            <a:srgbClr val="1A56DB">
              <a:alpha val="12000"/>
            </a:srgbClr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0" y="400507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754880" y="4005072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00600" y="400507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080760" y="4005072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26480" y="400507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7406640" y="4005072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52360" y="400507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57200" y="4407408"/>
            <a:ext cx="29260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2920" y="4407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Liquidity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429000" y="4407408"/>
            <a:ext cx="1325880" cy="365760"/>
          </a:xfrm>
          <a:prstGeom prst="rect">
            <a:avLst/>
          </a:prstGeom>
          <a:solidFill>
            <a:srgbClr val="1A56DB">
              <a:alpha val="12000"/>
            </a:srgbClr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74720" y="44074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754880" y="4407408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00600" y="44074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6080760" y="4407408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26480" y="44074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7406640" y="4407408"/>
            <a:ext cx="1325880" cy="365760"/>
          </a:xfrm>
          <a:prstGeom prst="rect">
            <a:avLst/>
          </a:prstGeom>
          <a:solidFill>
            <a:srgbClr val="0A1628"/>
          </a:solidFill>
          <a:ln w="3810">
            <a:solidFill>
              <a:srgbClr val="02050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52360" y="44074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>
              <a:alpha val="15000"/>
            </a:srgbClr>
          </a:solidFill>
          <a:ln w="12700">
            <a:solidFill>
              <a:srgbClr val="0205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-914400"/>
            <a:ext cx="6400800" cy="6400800"/>
          </a:xfrm>
          <a:prstGeom prst="ellipse">
            <a:avLst/>
          </a:prstGeom>
          <a:solidFill>
            <a:srgbClr val="1A56DB">
              <a:alpha val="10000"/>
            </a:srgbClr>
          </a:solidFill>
          <a:ln w="635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SEED ROUND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7548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in the Future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Real Estate.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closes at USD 640,000 raised or May 30, 2026. Lock in USD 0.008/BRX before Round 1 opens at USD 0.015 (+87.5%).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2029968" cy="14173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423160"/>
            <a:ext cx="20299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8803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PRICE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0.008/BRX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ever · +275% vs DEX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2423160"/>
            <a:ext cx="2029968" cy="14173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2423160"/>
            <a:ext cx="202996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28803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BUDGET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61488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18.5M max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61488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hotel · Batam Island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423160"/>
            <a:ext cx="2029968" cy="14173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23160"/>
            <a:ext cx="202996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8803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0328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— June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0328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NOI to holders each year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0" y="2423160"/>
            <a:ext cx="2029968" cy="1417320"/>
          </a:xfrm>
          <a:prstGeom prst="rect">
            <a:avLst/>
          </a:prstGeom>
          <a:solidFill>
            <a:srgbClr val="0A1628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2423160"/>
            <a:ext cx="202996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28803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59168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10 BRICK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59168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permanently — no change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0" y="4005072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400507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" kern="0" dirty="0">
                <a:solidFill>
                  <a:srgbClr val="0205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SEED SALE  &gt;  brickxprotocol.io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@brickxprotocol  |  Email: seed@brickxprotocol.io  |  docs.brickxprotocol.io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BRICKX Protocol — Investor Pitch Deck v4.0</dc:title>
  <dc:subject>PptxGenJS Presentation</dc:subject>
  <dc:creator>BRICKX Protocol</dc:creator>
  <cp:lastModifiedBy>BRICKX Protocol</cp:lastModifiedBy>
  <cp:revision>1</cp:revision>
  <dcterms:created xsi:type="dcterms:W3CDTF">2026-04-28T01:27:15Z</dcterms:created>
  <dcterms:modified xsi:type="dcterms:W3CDTF">2026-04-28T01:27:15Z</dcterms:modified>
</cp:coreProperties>
</file>